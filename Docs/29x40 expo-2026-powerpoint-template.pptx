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21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36576000" cy="26517600"/>
  <p:notesSz cx="6858000" cy="9144000"/>
  <p:defaultTextStyle>
    <a:defPPr>
      <a:defRPr lang="ru-RU"/>
    </a:defPPr>
    <a:lvl1pPr marL="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1pPr>
    <a:lvl2pPr marL="2047006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2pPr>
    <a:lvl3pPr marL="4094009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3pPr>
    <a:lvl4pPr marL="6141015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4pPr>
    <a:lvl5pPr marL="8188019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5pPr>
    <a:lvl6pPr marL="1023502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6pPr>
    <a:lvl7pPr marL="12282024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7pPr>
    <a:lvl8pPr marL="1432903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8pPr>
    <a:lvl9pPr marL="16376036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C934344E-928D-9747-A758-2D473ED4398A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C71A"/>
    <a:srgbClr val="E1E1E1"/>
    <a:srgbClr val="FFFFFF"/>
    <a:srgbClr val="649FFF"/>
    <a:srgbClr val="F2F2F2"/>
    <a:srgbClr val="FAFAFA"/>
    <a:srgbClr val="242529"/>
    <a:srgbClr val="D1D9E1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52" autoAdjust="0"/>
  </p:normalViewPr>
  <p:slideViewPr>
    <p:cSldViewPr>
      <p:cViewPr varScale="1">
        <p:scale>
          <a:sx n="33" d="100"/>
          <a:sy n="33" d="100"/>
        </p:scale>
        <p:origin x="1056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93008"/>
    </p:cViewPr>
  </p:sorterViewPr>
  <p:notesViewPr>
    <p:cSldViewPr>
      <p:cViewPr varScale="1">
        <p:scale>
          <a:sx n="101" d="100"/>
          <a:sy n="101" d="100"/>
        </p:scale>
        <p:origin x="353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1B0E-0A9B-FB43-B29A-2C5A495EA0A7}" type="datetimeFigureOut">
              <a:rPr lang="ru-RU" smtClean="0">
                <a:latin typeface="Archivo Regular" charset="0"/>
              </a:rPr>
              <a:t>06.04.2026</a:t>
            </a:fld>
            <a:endParaRPr lang="ru-RU" dirty="0">
              <a:latin typeface="Archivo Regular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chivo Regular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1949-EE69-F440-BF44-484174DCC2AF}" type="slidenum">
              <a:rPr lang="ru-RU" smtClean="0">
                <a:latin typeface="Archivo Regular" charset="0"/>
              </a:rPr>
              <a:t>‹#›</a:t>
            </a:fld>
            <a:endParaRPr lang="ru-RU" dirty="0">
              <a:latin typeface="Archivo Regular" charset="0"/>
            </a:endParaRPr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chivo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42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E7E03F2D-4C40-8A47-B131-FA84CE0A3C0A}" type="datetimeFigureOut">
              <a:rPr lang="ru-RU" smtClean="0"/>
              <a:pPr/>
              <a:t>06.04.2026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85800"/>
            <a:ext cx="47275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013FC40D-6FB9-1648-B027-EAD4E7DC4F2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7415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1pPr>
    <a:lvl2pPr marL="2047006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2pPr>
    <a:lvl3pPr marL="4094009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3pPr>
    <a:lvl4pPr marL="6141015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4pPr>
    <a:lvl5pPr marL="8188019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5pPr>
    <a:lvl6pPr marL="10235020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6pPr>
    <a:lvl7pPr marL="12282024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7pPr>
    <a:lvl8pPr marL="14329030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8pPr>
    <a:lvl9pPr marL="16376036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054558" y="7141016"/>
            <a:ext cx="23329968" cy="8032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22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43200" y="8575906"/>
            <a:ext cx="8335108" cy="7124836"/>
          </a:xfrm>
        </p:spPr>
        <p:txBody>
          <a:bodyPr/>
          <a:lstStyle>
            <a:lvl1pPr marL="0" marR="0" indent="0" algn="l" defTabSz="2357164" rtl="0" eaLnBrk="1" fontAlgn="auto" latinLnBrk="0" hangingPunct="1">
              <a:lnSpc>
                <a:spcPts val="5124"/>
              </a:lnSpc>
              <a:spcBef>
                <a:spcPts val="0"/>
              </a:spcBef>
              <a:spcAft>
                <a:spcPts val="2417"/>
              </a:spcAft>
              <a:buClrTx/>
              <a:buSzTx/>
              <a:buFont typeface="Arial" panose="020B0604020202020204" pitchFamily="34" charset="0"/>
              <a:buNone/>
              <a:tabLst/>
              <a:defRPr lang="en-US" sz="319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volorit</a:t>
            </a:r>
            <a:r>
              <a:rPr lang="en-US" dirty="0"/>
              <a:t> </a:t>
            </a:r>
            <a:r>
              <a:rPr lang="en-US" dirty="0" err="1"/>
              <a:t>iorem</a:t>
            </a:r>
            <a:r>
              <a:rPr lang="en-US" dirty="0"/>
              <a:t>. Bea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eatis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accus</a:t>
            </a:r>
            <a:r>
              <a:rPr lang="en-US" dirty="0"/>
              <a:t>, ne </a:t>
            </a:r>
            <a:r>
              <a:rPr lang="en-US" dirty="0" err="1"/>
              <a:t>molenda</a:t>
            </a:r>
            <a:r>
              <a:rPr lang="en-US" dirty="0"/>
              <a:t> </a:t>
            </a:r>
            <a:r>
              <a:rPr lang="en-US" dirty="0" err="1"/>
              <a:t>invelit</a:t>
            </a:r>
            <a:r>
              <a:rPr lang="en-US" dirty="0"/>
              <a:t> </a:t>
            </a:r>
            <a:r>
              <a:rPr lang="en-US" dirty="0" err="1"/>
              <a:t>iurepudae</a:t>
            </a:r>
            <a:r>
              <a:rPr lang="en-US" dirty="0"/>
              <a:t> </a:t>
            </a:r>
            <a:r>
              <a:rPr lang="en-US" dirty="0" err="1"/>
              <a:t>maximin</a:t>
            </a:r>
            <a:r>
              <a:rPr lang="en-US" dirty="0"/>
              <a:t> </a:t>
            </a:r>
            <a:r>
              <a:rPr lang="en-US" dirty="0" err="1"/>
              <a:t>imagnate</a:t>
            </a:r>
            <a:r>
              <a:rPr lang="en-US" dirty="0"/>
              <a:t> </a:t>
            </a:r>
            <a:r>
              <a:rPr lang="en-US" dirty="0" err="1"/>
              <a:t>officima</a:t>
            </a:r>
            <a:r>
              <a:rPr lang="en-US" dirty="0"/>
              <a:t> </a:t>
            </a:r>
            <a:r>
              <a:rPr lang="en-US" dirty="0" err="1"/>
              <a:t>corruptas</a:t>
            </a:r>
            <a:r>
              <a:rPr lang="en-US" dirty="0"/>
              <a:t> </a:t>
            </a:r>
            <a:r>
              <a:rPr lang="en-US" dirty="0" err="1"/>
              <a:t>simoditam</a:t>
            </a:r>
            <a:r>
              <a:rPr lang="en-US" dirty="0"/>
              <a:t> </a:t>
            </a:r>
            <a:r>
              <a:rPr lang="en-US" dirty="0" err="1"/>
              <a:t>repersp</a:t>
            </a:r>
            <a:r>
              <a:rPr lang="en-US" dirty="0"/>
              <a:t> </a:t>
            </a:r>
            <a:r>
              <a:rPr lang="en-US" dirty="0" err="1"/>
              <a:t>erumenimi</a:t>
            </a:r>
            <a:r>
              <a:rPr lang="en-US" dirty="0"/>
              <a:t>, </a:t>
            </a:r>
            <a:r>
              <a:rPr lang="en-US" dirty="0" err="1"/>
              <a:t>sitate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maio</a:t>
            </a:r>
            <a:r>
              <a:rPr lang="en-US" dirty="0"/>
              <a:t>. </a:t>
            </a:r>
            <a:r>
              <a:rPr lang="en-US" dirty="0" err="1"/>
              <a:t>Incias</a:t>
            </a:r>
            <a:r>
              <a:rPr lang="en-US" dirty="0"/>
              <a:t> et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ecestet</a:t>
            </a:r>
            <a:r>
              <a:rPr lang="en-US" dirty="0"/>
              <a:t>,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am </a:t>
            </a:r>
            <a:r>
              <a:rPr lang="en-US" dirty="0" err="1"/>
              <a:t>ipic</a:t>
            </a:r>
            <a:r>
              <a:rPr lang="en-US" dirty="0"/>
              <a:t> tempore </a:t>
            </a:r>
            <a:r>
              <a:rPr lang="en-US" dirty="0" err="1"/>
              <a:t>explandam</a:t>
            </a:r>
            <a:r>
              <a:rPr lang="en-US" dirty="0"/>
              <a:t>.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3200" y="16868141"/>
            <a:ext cx="10399432" cy="584584"/>
          </a:xfrm>
        </p:spPr>
        <p:txBody>
          <a:bodyPr/>
          <a:lstStyle>
            <a:lvl1pPr marL="441958" indent="-441958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9448800" y="0"/>
            <a:ext cx="24152372" cy="302006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90 PT FONT RECOMMENDED</a:t>
            </a:r>
          </a:p>
        </p:txBody>
      </p:sp>
    </p:spTree>
    <p:extLst>
      <p:ext uri="{BB962C8B-B14F-4D97-AF65-F5344CB8AC3E}">
        <p14:creationId xmlns:p14="http://schemas.microsoft.com/office/powerpoint/2010/main" val="428963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276600" y="11584821"/>
            <a:ext cx="31547128" cy="452474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9136" y="1"/>
            <a:ext cx="1679846" cy="3314699"/>
          </a:xfrm>
          <a:prstGeom prst="rect">
            <a:avLst/>
          </a:prstGeom>
        </p:spPr>
      </p:pic>
      <p:sp>
        <p:nvSpPr>
          <p:cNvPr id="3" name="Title Placeholder 10">
            <a:extLst>
              <a:ext uri="{FF2B5EF4-FFF2-40B4-BE49-F238E27FC236}">
                <a16:creationId xmlns:a16="http://schemas.microsoft.com/office/drawing/2014/main" id="{1AADB5F8-AFCA-E143-C745-30872EA7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1" y="294639"/>
            <a:ext cx="26246449" cy="302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8D7B6A-C0F7-6924-9A74-F0A96DDCA6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55722" y="23174458"/>
            <a:ext cx="5448297" cy="1432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F1C71E-16B3-A228-15B8-22A7C76AD21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762000"/>
            <a:ext cx="9550614" cy="3020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A69937-1616-0D4C-01AD-8C0724F171C3}"/>
              </a:ext>
            </a:extLst>
          </p:cNvPr>
          <p:cNvSpPr txBox="1"/>
          <p:nvPr userDrawn="1"/>
        </p:nvSpPr>
        <p:spPr>
          <a:xfrm>
            <a:off x="28807904" y="24841200"/>
            <a:ext cx="77439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20" b="1" dirty="0">
                <a:solidFill>
                  <a:srgbClr val="FBC71A"/>
                </a:solidFill>
                <a:latin typeface="+mn-lt"/>
              </a:rPr>
              <a:t>2026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423000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ctr" defTabSz="2357164" rtl="0" eaLnBrk="1" latinLnBrk="0" hangingPunct="1">
        <a:lnSpc>
          <a:spcPts val="9184"/>
        </a:lnSpc>
        <a:spcBef>
          <a:spcPct val="0"/>
        </a:spcBef>
        <a:buNone/>
        <a:defRPr sz="8700" b="1" i="0" kern="1200" cap="all" baseline="0">
          <a:solidFill>
            <a:schemeClr val="tx1"/>
          </a:solidFill>
          <a:latin typeface="Franklin Gothic Demi" panose="020B0603020102020204" pitchFamily="34" charset="0"/>
          <a:ea typeface="Franklin Gothic Demi" panose="020B0603020102020204" pitchFamily="34" charset="0"/>
          <a:cs typeface="Franklin Gothic Demi" panose="020B0603020102020204" pitchFamily="34" charset="0"/>
        </a:defRPr>
      </a:lvl1pPr>
    </p:titleStyle>
    <p:bodyStyle>
      <a:lvl1pPr marL="441958" indent="-441958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883914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marL="1414261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marL="2033001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marL="2563350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6482194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6pPr>
      <a:lvl7pPr marL="7660778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7pPr>
      <a:lvl8pPr marL="8839359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8pPr>
      <a:lvl9pPr marL="10017939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1pPr>
      <a:lvl2pPr marL="1178581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2357164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3pPr>
      <a:lvl4pPr marL="3535742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4pPr>
      <a:lvl5pPr marL="4714325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5pPr>
      <a:lvl6pPr marL="5892906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6pPr>
      <a:lvl7pPr marL="7071487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7pPr>
      <a:lvl8pPr marL="8250067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8pPr>
      <a:lvl9pPr marL="9428649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EF9363-4A62-4838-0729-58516CA1D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4D77D-DA76-25B5-05B5-47FFDFF24C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3200" y="8575906"/>
            <a:ext cx="8335108" cy="58458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A21E9-B56F-ED48-6BCD-F1D74F9DD8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212287-B4D1-9C2D-52A3-47A455F7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0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_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9F6D8B2-D99C-4B6D-949F-2672C446428A}" vid="{807C2652-B5C7-4438-96D5-255828667251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73237C6E4FCD469523D69CB5899970" ma:contentTypeVersion="19" ma:contentTypeDescription="Create a new document." ma:contentTypeScope="" ma:versionID="15892a2152ea9336913af5f194ed55fb">
  <xsd:schema xmlns:xsd="http://www.w3.org/2001/XMLSchema" xmlns:xs="http://www.w3.org/2001/XMLSchema" xmlns:p="http://schemas.microsoft.com/office/2006/metadata/properties" xmlns:ns2="63e71b78-e89c-4638-aa83-387ddd56115b" xmlns:ns3="e3845b7c-7398-49f6-be84-365b24d5cf1e" targetNamespace="http://schemas.microsoft.com/office/2006/metadata/properties" ma:root="true" ma:fieldsID="f00a1dd25b4114774e7c155446408a9c" ns2:_="" ns3:_="">
    <xsd:import namespace="63e71b78-e89c-4638-aa83-387ddd56115b"/>
    <xsd:import namespace="e3845b7c-7398-49f6-be84-365b24d5cf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e71b78-e89c-4638-aa83-387ddd56115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6922d6f-8f1e-47a2-922f-264af4b00409}" ma:internalName="TaxCatchAll" ma:showField="CatchAllData" ma:web="63e71b78-e89c-4638-aa83-387ddd5611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45b7c-7398-49f6-be84-365b24d5c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displayName="Image Tags_0" ma:internalName="lcf76f155ced4ddcb4097134ff3c332f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845b7c-7398-49f6-be84-365b24d5cf1e" xsi:nil="true"/>
    <TaxCatchAll xmlns="63e71b78-e89c-4638-aa83-387ddd56115b" xsi:nil="true"/>
  </documentManagement>
</p:properties>
</file>

<file path=customXml/itemProps1.xml><?xml version="1.0" encoding="utf-8"?>
<ds:datastoreItem xmlns:ds="http://schemas.openxmlformats.org/officeDocument/2006/customXml" ds:itemID="{72D45112-85C2-49C3-9B90-BF5977453A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e71b78-e89c-4638-aa83-387ddd56115b"/>
    <ds:schemaRef ds:uri="e3845b7c-7398-49f6-be84-365b24d5cf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55623E-2AF0-4386-91E1-1F5EE83BDC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43F8DA-2598-45CB-BEDC-A0AB16BEEDB7}">
  <ds:schemaRefs>
    <ds:schemaRef ds:uri="http://schemas.microsoft.com/office/2006/metadata/properties"/>
    <ds:schemaRef ds:uri="http://schemas.microsoft.com/office/infopath/2007/PartnerControls"/>
    <ds:schemaRef ds:uri="e3845b7c-7398-49f6-be84-365b24d5cf1e"/>
    <ds:schemaRef ds:uri="63e71b78-e89c-4638-aa83-387ddd56115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expo-poster-templates-dark</Template>
  <TotalTime>40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Archivo Regular</vt:lpstr>
      <vt:lpstr>Arial</vt:lpstr>
      <vt:lpstr>Calibri</vt:lpstr>
      <vt:lpstr>Franklin Gothic Book</vt:lpstr>
      <vt:lpstr>Franklin Gothic Demi</vt:lpstr>
      <vt:lpstr>Wingdings</vt:lpstr>
      <vt:lpstr>2_Text Slides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Turner, Alexiss (alexisst@uidaho.edu)</dc:creator>
  <cp:lastModifiedBy>Turner, Alexiss (alexisst@uidaho.edu)</cp:lastModifiedBy>
  <cp:revision>9</cp:revision>
  <dcterms:created xsi:type="dcterms:W3CDTF">2022-04-06T19:18:52Z</dcterms:created>
  <dcterms:modified xsi:type="dcterms:W3CDTF">2026-04-07T00:34:23Z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0x010100CB73237C6E4FCD469523D69CB5899970</vt:lpwstr>
  </property>
</Properties>
</file>